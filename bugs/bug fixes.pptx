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9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7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AF38-F910-FCA0-B75A-1C8097569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67246-0ADF-D9A0-413B-C656ED79A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68F86-0741-F768-31C6-001378354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4C379-03E7-A975-92B7-4AC1E0E6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113B9-7B68-EFD3-F9F3-D699DA32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1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4553-70F5-57F4-9220-4D9C22B9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FE0E8-6F70-AC9C-0206-4C262352F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57C49-A9BE-228F-B393-9AAA160B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471EB-1E42-3C60-3375-D4DA89DF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C1FE1-7EF6-13F7-EDE2-84ACAA05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5C9A-3036-7F7D-B943-8B376ADB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4FE45-8313-92AE-3AE0-75813BB6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AF36F-A9C9-6A25-B792-D54B45A5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2D2D0-5BA0-1125-4E48-F2D3E637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B4C9-276C-0394-0C89-05C03AF2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556A-84F6-A676-5273-4BCB4A6B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D291F-7281-A62C-2085-46D8C824D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EB693-8D2A-96FC-652F-C5D5CB94A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2C12A-06F9-1DB8-CAAC-61B2CBE9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D13B5-648F-C8E2-CDAA-E2CE28F2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E9676-E264-16BB-9B81-21AB667C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4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FF51-19A7-03E2-A82D-097C46329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04FC1-38DD-41B5-275C-E4F2F704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E8A04-4737-1C40-7ACF-CBECEAFC1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3D7DE-6604-8B4C-FE19-5331434B7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F8C2D-1C4A-6A32-42FE-471EE5F10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1D544-99F7-7C69-1985-9E647CE0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2FD66-19AD-9B39-E94D-045D79FC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4ED0F-7D91-DC12-FE86-32EFC378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3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25BB-E4AE-030B-0046-971CA4A1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E8255F-3AD2-F31A-B114-FA21C2F5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7BBF0-B4E6-8367-6484-5D357F65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51A30-6402-8826-321C-6CF55653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9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53BBE-25FC-E47C-8A90-3D64071E0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145E5-5A3B-5DAE-CEAE-14034270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3716D-A3D2-189E-E922-50FD862A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8467-6838-5003-F447-33312C156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A1852-D2DF-194E-176C-9DAB5F60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74A09-AA78-13D9-BE5C-B5165525F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78FD1-BD3C-CE72-4E91-B501F518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A6069-CFE6-00BF-939C-CB9B71D8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40FC6-30CE-C12F-6860-AB8FD0F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8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9BD0-2105-B7AE-A3B1-3DB828F5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B0E38-B66C-BAD4-2268-F63F019DB36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69AEE-A243-6DA6-A722-4A51B65D2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69080-D2B6-2A97-C60F-D8223308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4236E-7246-D9D6-40E2-E7844328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AE67D-1B11-E2AE-2002-AC52EB4D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7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5ABF-E7F4-3D58-095E-7EA0C095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7DE30-1F3A-E07E-8F9B-1B474DCF3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9AD41-C471-F497-B583-DC1CF0E7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C4EFF-E52D-7641-8689-1CAFE20C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F111-8FFD-0E1C-5FC1-3061F644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5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10BDAA-551C-172B-BC47-D1E31E79F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F5615-DED4-E9CA-C9E9-894F6B62B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1AA69-A6BD-7A38-55BD-297E44CE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818F-84F2-DB58-D8E8-1BD988FF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E2036-A074-3C68-000D-41F4DC90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8962E-3789-C1D3-79E1-2A7E0CBE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CBC2D-523C-6C34-993A-0DD775EFA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5965E-6F45-1BE3-6631-8716B4DE0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DD532-347E-486A-979B-5A15415BC83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DF543-A16D-8502-A705-77D4EAC07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26B0B-2200-17B9-7A51-CA6EF53AC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1427A-B88D-46CC-A7B0-4C06AA2E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0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C896-21B5-8C99-3593-7A321EC5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3252C9-0E8F-7126-4862-AA89C853D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599" y="163513"/>
            <a:ext cx="10116880" cy="93164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On the “Order Routing Details” section for the </a:t>
            </a:r>
            <a:r>
              <a:rPr lang="en-US" sz="1400" b="1" dirty="0"/>
              <a:t>Buyer</a:t>
            </a:r>
            <a:r>
              <a:rPr lang="en-US" sz="1400" dirty="0"/>
              <a:t> </a:t>
            </a:r>
            <a:r>
              <a:rPr lang="en-US" sz="1400" b="1" dirty="0"/>
              <a:t>admin</a:t>
            </a:r>
            <a:r>
              <a:rPr lang="en-US" sz="1400" dirty="0"/>
              <a:t> and </a:t>
            </a:r>
            <a:r>
              <a:rPr lang="en-US" sz="1400" b="1" dirty="0"/>
              <a:t>CIXCI admin</a:t>
            </a:r>
            <a:r>
              <a:rPr lang="en-US" sz="1400" dirty="0"/>
              <a:t> the “Price” column should be “Wholesale Price” and show the wholesale price.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A9C1A-A8C8-95EC-399C-F5EA64BAC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40" y="1018750"/>
            <a:ext cx="11235070" cy="544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4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37E6B-9D0E-3FF5-5D48-28609FE6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88EE2D-A2C1-DC32-5CC9-97F376C4D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599" y="163513"/>
            <a:ext cx="11807457" cy="93164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On the “Order Routing Details” section for the </a:t>
            </a:r>
            <a:r>
              <a:rPr lang="en-US" sz="1400" b="1" dirty="0"/>
              <a:t>vendor admin</a:t>
            </a:r>
            <a:r>
              <a:rPr lang="en-US" sz="1400" dirty="0"/>
              <a:t> the “Price” column should be “Vendor Wholesale Price”  and show the vendor wholesale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B5B36-2F32-8F52-3A1D-6873ACD7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4" y="878136"/>
            <a:ext cx="11607209" cy="550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5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175F-FD2A-BAC4-ACC6-64EBCF1E0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1A23DA-8DE7-98DB-CA75-ABEF8FFF4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3513"/>
            <a:ext cx="11020648" cy="36811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The date format throughout the platform should be MM-DD-YYYY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3808D-D670-15B1-2C2A-7C8063EA2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573" y="3060885"/>
            <a:ext cx="5400675" cy="3371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3D9A7E-F9D8-8F57-EB1C-232C90595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53" y="1150753"/>
            <a:ext cx="5286375" cy="2876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403FCE-CD22-2CCD-8D4B-1EF164033DF4}"/>
              </a:ext>
            </a:extLst>
          </p:cNvPr>
          <p:cNvSpPr txBox="1"/>
          <p:nvPr/>
        </p:nvSpPr>
        <p:spPr>
          <a:xfrm>
            <a:off x="469053" y="871870"/>
            <a:ext cx="3273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 date format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3FF4E-E181-D375-449F-453E01EA39AC}"/>
              </a:ext>
            </a:extLst>
          </p:cNvPr>
          <p:cNvSpPr txBox="1"/>
          <p:nvPr/>
        </p:nvSpPr>
        <p:spPr>
          <a:xfrm>
            <a:off x="6436573" y="2691553"/>
            <a:ext cx="3273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Incorrect date format</a:t>
            </a:r>
          </a:p>
        </p:txBody>
      </p:sp>
    </p:spTree>
    <p:extLst>
      <p:ext uri="{BB962C8B-B14F-4D97-AF65-F5344CB8AC3E}">
        <p14:creationId xmlns:p14="http://schemas.microsoft.com/office/powerpoint/2010/main" val="353425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94E5-6303-775A-11A8-56E6E7822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FEFDC8-3146-D425-61EA-B8279E46A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3513"/>
            <a:ext cx="11020648" cy="910375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In the invoice module, users should see only “Invoice types” and “All Statuses” that are associated to the user type.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 Buyer should see only their invoices.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Vendor should not be able to see buyer invoices.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1B480-BC63-7957-3800-6F6633B8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2390"/>
            <a:ext cx="6096000" cy="29045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469FFF-FD69-373A-6C3E-86F35141D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869" y="3588196"/>
            <a:ext cx="6748129" cy="319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72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05C1-93C3-899E-18ED-8AFE328D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144B54-385B-3373-772B-1B3F350A9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3513"/>
            <a:ext cx="11020648" cy="91037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The vendor admin should only see the “Vendor Wholesale Price” not “Wholesale Price”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The Launch Date needs to follow the MM-DD-YYYY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A67A40-EA12-C246-E0BA-148E4E509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162" y="953891"/>
            <a:ext cx="7995685" cy="565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7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9D5A-29F8-96F1-ABA2-59FE64F82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D07F16-6D99-4BD4-6A9D-943B9F6FF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3513"/>
            <a:ext cx="11020648" cy="91037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The “Vendor Wholesale Price” is missing for the Vendor admin.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73FC7-F9CE-8D86-9CD4-6CBD4358D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90" y="1648601"/>
            <a:ext cx="10717619" cy="50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80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467B8-19CE-9DD8-5217-B0FE2A73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500811-7748-7116-B97C-2F964CA0E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3513"/>
            <a:ext cx="11020648" cy="91037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Buyers should only see their orders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29C45-08FC-1E6E-1888-2FC4E2B9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5725"/>
            <a:ext cx="12192000" cy="41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1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F57F-C137-0E0F-3A18-B0815948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7998B-90C3-0CD7-B0F5-4812B7B7F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3513"/>
            <a:ext cx="11020648" cy="91037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When logged in as a buyer (</a:t>
            </a:r>
            <a:r>
              <a:rPr lang="en-US" sz="1400" dirty="0" err="1"/>
              <a:t>Kaseory</a:t>
            </a:r>
            <a:r>
              <a:rPr lang="en-US" sz="1400" dirty="0"/>
              <a:t>) and I click on “Pricing” I get a white screen.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769CD-191A-C2F7-8210-082D64A7C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651"/>
            <a:ext cx="12192000" cy="504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8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187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Phillips</dc:creator>
  <cp:lastModifiedBy>Alexander Phillips</cp:lastModifiedBy>
  <cp:revision>7</cp:revision>
  <dcterms:created xsi:type="dcterms:W3CDTF">2026-10-05T18:28:33Z</dcterms:created>
  <dcterms:modified xsi:type="dcterms:W3CDTF">2026-10-20T02:59:34Z</dcterms:modified>
</cp:coreProperties>
</file>